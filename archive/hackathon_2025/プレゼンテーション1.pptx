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>
        <p:scale>
          <a:sx n="66" d="100"/>
          <a:sy n="66" d="100"/>
        </p:scale>
        <p:origin x="-2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06EDBD-56D5-5AF9-C7AE-91127531F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7B1F77-EE40-F3CF-F010-8C992AFE6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8B2489-D28D-A27A-9028-8819B3AF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359606-4824-ADD6-5275-273F9ADC9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209460-393D-2269-C137-A321AB91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31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FCB9AD-88C8-7215-7679-D33B3286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E5129A-71F5-2C45-D154-12BCEB2D3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17DF5A-0365-5511-B6A6-5FECF495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D65903-0C7F-6742-A4A1-7B1551F3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281B0-0DE2-AD32-1FCF-0F230280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00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01C7A-123B-7757-BFCB-1CDB01B6E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822176-AC92-4F7A-6F17-54C355CC6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5BC283-1B78-A3D0-BC7C-00E8021E4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A7BBD3-B988-FEBA-7414-F688B6B3D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7F5C69-B58C-50CD-AAB0-8969ADA9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815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52B6F6-45E0-FF53-9FB4-8A633B22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8C95B1-C4DA-D823-CAC4-F3CC4815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06BABF-165D-36D2-CE07-75EA40340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38396D-9D81-02D0-D765-6AB261A3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11193F-F937-BF6A-DB80-63379951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7DCB13-FC0D-3208-DAC0-1D50904A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066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946FBD-C655-B2D2-22BC-F1E37D23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E1D4F9-7C8A-086D-4C0F-6F751B88C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7A7A92-04B7-826F-757C-A4568AF1F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F6ABA5-ED74-B8C4-6B10-91247E491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610A25F-3B41-382E-1586-960B2F575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966CC15-CF08-E201-C534-360BDA96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5C6119-6F6A-25C4-E026-F9128DD3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193263-A693-E959-73E7-590212CE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855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66532-9203-98A0-A2DE-0B6ABEE4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CD8D29-94FF-5F83-40BB-52C84347D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2329A03-063D-4AAB-15CF-E8ED6026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672400-0B09-A14C-6534-E8430D5F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736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D7DDE3E-E98F-74BC-AE57-2803CC0E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4BE9C06-2B76-F26C-CDB8-EE34EE7E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2E66CA-5B4B-0B61-78F7-696A67D1C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993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795799-538A-1619-5D79-435B8EC2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EDA3D1-F4AE-F033-CEB4-08ACA13E6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0575D5-6136-E81C-8016-6613651CC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DE1541-4FD1-DB47-0F5D-0D154AE1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BC4E36-A763-D654-8C87-5F25AB956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EEF88C-9F4B-5739-E3D8-8F6CD860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477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09876B-5C70-1258-4CAD-21905564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CCB7F8-8E53-EDBD-2385-4F37593FE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100D62-0AD2-7529-0CA9-2D6F33D21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1C1C9A-4AF6-6453-2F81-714E5790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796E22-A5EB-D08C-C5D6-06712A3A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A4CF9A-65A7-4011-FF7A-FEC16CE7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68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71DF9-DC29-6390-94DC-EE8BFA75F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D199D70-7F40-4579-4F85-C3E9417C5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B43445-F58D-5599-5F12-5004CBE2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77F38D-289F-C717-FF5D-D2F01F59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76B4C9-9F68-290D-3DFC-3595B5E7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58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ED7D38C-974E-FD27-D0BA-CF9251C72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CCB156-A3B4-C40D-44B6-A0640C51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F5CD83-5130-930E-A3BE-880637F74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655663-F4CF-4FCD-A9C9-342A3FAE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C652F7-C141-EC7D-2F1B-F3254C71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44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054825-476E-9E73-32DE-6C5337A6B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D15B72-5039-353A-577F-82D9EDE03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724893-50AA-7108-D45A-57B44D873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BBB36-0958-4E73-A3F7-5C741167CAA1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35D9F3-78F2-9EF0-20CB-DCB301778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8A3FE2-B53A-F470-9147-2BC7652F2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27C8C-6D51-4491-B410-091BF835F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0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02C7E6C0-C982-8446-C7CE-BFA70563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17" y="566057"/>
            <a:ext cx="4950738" cy="4844143"/>
          </a:xfrm>
          <a:prstGeom prst="rect">
            <a:avLst/>
          </a:prstGeom>
        </p:spPr>
      </p:pic>
      <p:pic>
        <p:nvPicPr>
          <p:cNvPr id="18" name="図 17" descr="ダイアグラム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7E5F363-8DB7-CDA5-2C79-93BA5AB0E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40" y="1382486"/>
            <a:ext cx="491216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63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福田　桃花</dc:creator>
  <cp:lastModifiedBy>福田　桃花</cp:lastModifiedBy>
  <cp:revision>1</cp:revision>
  <dcterms:created xsi:type="dcterms:W3CDTF">2025-12-12T07:15:27Z</dcterms:created>
  <dcterms:modified xsi:type="dcterms:W3CDTF">2025-12-13T04:06:58Z</dcterms:modified>
</cp:coreProperties>
</file>